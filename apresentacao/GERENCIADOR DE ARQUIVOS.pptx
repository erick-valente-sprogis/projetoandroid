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chivo Black" charset="1" panose="020B0A03020202020B04"/>
      <p:regular r:id="rId18"/>
    </p:embeddedFont>
    <p:embeddedFont>
      <p:font typeface="Garet Bold" charset="1" panose="00000000000000000000"/>
      <p:regular r:id="rId19"/>
    </p:embeddedFont>
    <p:embeddedFont>
      <p:font typeface="Garet" charset="1" panose="00000000000000000000"/>
      <p:regular r:id="rId20"/>
    </p:embeddedFont>
    <p:embeddedFont>
      <p:font typeface="Garet Light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797433" cy="707541"/>
          </a:xfrm>
          <a:custGeom>
            <a:avLst/>
            <a:gdLst/>
            <a:ahLst/>
            <a:cxnLst/>
            <a:rect r="r" b="b" t="t" l="l"/>
            <a:pathLst>
              <a:path h="707541" w="797433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85470" y="6394076"/>
            <a:ext cx="9373830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Sistema Android de Registro de Notas Fiscais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ERICK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Valente Sprogis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94796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CARLOS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4796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Miguel Marques Biudes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60892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GIOVANNA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60892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Antunes Baptista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68701" y="990600"/>
            <a:ext cx="4321082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Unimetrocamp Wyden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27/11/2025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85854" y="3950633"/>
            <a:ext cx="10773446" cy="2304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GERENCIADOR DE ARQUIVOS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748117" y="2909888"/>
          <a:ext cx="6511183" cy="4467225"/>
        </p:xfrm>
        <a:graphic>
          <a:graphicData uri="http://schemas.openxmlformats.org/drawingml/2006/table">
            <a:tbl>
              <a:tblPr/>
              <a:tblGrid>
                <a:gridCol w="866395"/>
                <a:gridCol w="5025021"/>
              </a:tblGrid>
              <a:tr h="8226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Problemática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65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Objetivos e resultados a serem alcançados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6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Etapas e ações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6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Desenvolvimento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6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Fotos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706637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4641" y="2439692"/>
            <a:ext cx="653146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Conteúdo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43434" y="0"/>
            <a:ext cx="7201132" cy="10287000"/>
            <a:chOff x="0" y="0"/>
            <a:chExt cx="9601509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14121" t="0" r="15876" b="0"/>
            <a:stretch>
              <a:fillRect/>
            </a:stretch>
          </p:blipFill>
          <p:spPr>
            <a:xfrm flipH="false" flipV="false">
              <a:off x="0" y="0"/>
              <a:ext cx="9601509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443751" y="4074689"/>
            <a:ext cx="3413883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Nossa ideia, tornar um processo que atualmente é manual e pouco seguro, em algo eficiente e de fácil uso e entendimento.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5719" y="4074689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8316" y="513186"/>
            <a:ext cx="3429318" cy="280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Durante o acompanhemento das rotinas administrativas da empresa parceira, foi identificado um problema recorrente no controle e armazenamento de notas fiscais.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4850" y="614406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66460" y="4798273"/>
            <a:ext cx="7654577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Problemática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4850" y="6576589"/>
            <a:ext cx="51134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5257" y="6576589"/>
            <a:ext cx="3412377" cy="315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Então, o desenvolvimento de um aplicativo Android para o gerenciamento de Notas pareceu perfeito, afinal, podemos unir nossos conhecimentos em programação e aplica-lo em uma situação real.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095936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07737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28210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5" y="0"/>
                </a:lnTo>
                <a:lnTo>
                  <a:pt x="1672525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1159450" y="-14097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557564"/>
            <a:ext cx="7279037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Objetivos e justificativa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Objetivo #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40501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Objetivo #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4020" y="7078855"/>
            <a:ext cx="501635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Desenvolver e implementar um sistema Android para o controle e registro de notas.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35821" y="7078855"/>
            <a:ext cx="501635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Automatizar o processo de registro e armazenamento de notas, reduzindo o erro,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60973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Objetivo# 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64964" y="7078855"/>
            <a:ext cx="5399016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Avaliar o impacto da implementação do sistema sobre a produtividade e a gestão fiscal da empresa.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28700" y="886898"/>
            <a:ext cx="5489373" cy="4121056"/>
            <a:chOff x="0" y="0"/>
            <a:chExt cx="8916670" cy="66940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55575" y="155575"/>
              <a:ext cx="8605520" cy="6382893"/>
            </a:xfrm>
            <a:custGeom>
              <a:avLst/>
              <a:gdLst/>
              <a:ahLst/>
              <a:cxnLst/>
              <a:rect r="r" b="b" t="t" l="l"/>
              <a:pathLst>
                <a:path h="6382893" w="8605520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3"/>
              <a:stretch>
                <a:fillRect l="0" t="-69907" r="0" b="-32451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" y="6350"/>
              <a:ext cx="8903970" cy="6681343"/>
            </a:xfrm>
            <a:custGeom>
              <a:avLst/>
              <a:gdLst/>
              <a:ahLst/>
              <a:cxnLst/>
              <a:rect r="r" b="b" t="t" l="l"/>
              <a:pathLst>
                <a:path h="6681343" w="8903970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28700" y="5279046"/>
            <a:ext cx="5489373" cy="4121056"/>
            <a:chOff x="0" y="0"/>
            <a:chExt cx="8916670" cy="66940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55575" y="155575"/>
              <a:ext cx="8605520" cy="6382893"/>
            </a:xfrm>
            <a:custGeom>
              <a:avLst/>
              <a:gdLst/>
              <a:ahLst/>
              <a:cxnLst/>
              <a:rect r="r" b="b" t="t" l="l"/>
              <a:pathLst>
                <a:path h="6382893" w="8605520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4"/>
              <a:stretch>
                <a:fillRect l="-5663" t="0" r="-5663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8903970" cy="6681343"/>
            </a:xfrm>
            <a:custGeom>
              <a:avLst/>
              <a:gdLst/>
              <a:ahLst/>
              <a:cxnLst/>
              <a:rect r="r" b="b" t="t" l="l"/>
              <a:pathLst>
                <a:path h="6681343" w="8903970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3456423" y="1883102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354142" y="4222250"/>
            <a:ext cx="72033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Etapas e ações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54142" y="5231421"/>
            <a:ext cx="8007440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Levantamento de resquisitos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Planejamento técnico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Desenvolvimento do sistema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Testes e validação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Implantação e treinamento</a:t>
            </a:r>
          </a:p>
          <a:p>
            <a:pPr algn="just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Avaliação e relatório final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1860" y="8149590"/>
            <a:ext cx="800744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 acompanhamento com o cliente será - e foi -, contínuo durante todo o projeto e suas evoluções, buscando sempre atender aos requisitos solicitados.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2310483"/>
            <a:ext cx="8346393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Desenvolvimento e ferramentas utilizadas: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013944"/>
            <a:ext cx="8007440" cy="370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Nosso projeto foi desenvolvido em: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Frontend: React Native, Expo , JavaScript/ TypeScript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Backsend: Node.ja, Express.js, TypeScript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Banco de dados: Firebase, Firestone ou MySQL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Controle de Versão: Git e GitHub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Ambiente de Desenvolviment: VS Code, Android Studio, Postman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Metodologa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Desenvolvimento incremanetal e iterativo, com reuniões semanais de acompanhamento.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6890" y="354923"/>
            <a:ext cx="4948960" cy="9577154"/>
          </a:xfrm>
          <a:custGeom>
            <a:avLst/>
            <a:gdLst/>
            <a:ahLst/>
            <a:cxnLst/>
            <a:rect r="r" b="b" t="t" l="l"/>
            <a:pathLst>
              <a:path h="9577154" w="4948960">
                <a:moveTo>
                  <a:pt x="0" y="0"/>
                </a:moveTo>
                <a:lnTo>
                  <a:pt x="4948960" y="0"/>
                </a:lnTo>
                <a:lnTo>
                  <a:pt x="4948960" y="9577154"/>
                </a:lnTo>
                <a:lnTo>
                  <a:pt x="0" y="9577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262802" y="4088130"/>
            <a:ext cx="8007440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7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Tela inicial onde ficam listadas as NFs adicionadas, onde os usuários, tanto ADMIN quanto usuário normal podem adicionar novas NFs, e lá lista lá em cima da quantidade de Notas e o valor total delas.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40280" y="1306926"/>
            <a:ext cx="6715729" cy="6895907"/>
          </a:xfrm>
          <a:custGeom>
            <a:avLst/>
            <a:gdLst/>
            <a:ahLst/>
            <a:cxnLst/>
            <a:rect r="r" b="b" t="t" l="l"/>
            <a:pathLst>
              <a:path h="6895907" w="6715729">
                <a:moveTo>
                  <a:pt x="0" y="0"/>
                </a:moveTo>
                <a:lnTo>
                  <a:pt x="6715729" y="0"/>
                </a:lnTo>
                <a:lnTo>
                  <a:pt x="6715729" y="6895907"/>
                </a:lnTo>
                <a:lnTo>
                  <a:pt x="0" y="6895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40280" y="8442960"/>
            <a:ext cx="800744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7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 usuário tem três opções de como adicionar uma NF no sistema.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49263"/>
            <a:ext cx="4782795" cy="9588474"/>
          </a:xfrm>
          <a:custGeom>
            <a:avLst/>
            <a:gdLst/>
            <a:ahLst/>
            <a:cxnLst/>
            <a:rect r="r" b="b" t="t" l="l"/>
            <a:pathLst>
              <a:path h="9588474" w="4782795">
                <a:moveTo>
                  <a:pt x="0" y="0"/>
                </a:moveTo>
                <a:lnTo>
                  <a:pt x="4782795" y="0"/>
                </a:lnTo>
                <a:lnTo>
                  <a:pt x="4782795" y="9588474"/>
                </a:lnTo>
                <a:lnTo>
                  <a:pt x="0" y="95884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353039" y="4716780"/>
            <a:ext cx="800744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7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opção de preencher manualmente, vai abrir uma janela onde ele deve preencher os dados.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14350"/>
            <a:ext cx="4568458" cy="9258300"/>
          </a:xfrm>
          <a:custGeom>
            <a:avLst/>
            <a:gdLst/>
            <a:ahLst/>
            <a:cxnLst/>
            <a:rect r="r" b="b" t="t" l="l"/>
            <a:pathLst>
              <a:path h="9258300" w="4568458">
                <a:moveTo>
                  <a:pt x="0" y="0"/>
                </a:moveTo>
                <a:lnTo>
                  <a:pt x="4568458" y="0"/>
                </a:lnTo>
                <a:lnTo>
                  <a:pt x="456845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353039" y="4716780"/>
            <a:ext cx="800744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7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Tela de Admin (somente administradores tem acess a essa página), aqui ele vai poder controlar outros usuários cadastrados no sistema.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06124"/>
            <a:ext cx="4862919" cy="9274752"/>
          </a:xfrm>
          <a:custGeom>
            <a:avLst/>
            <a:gdLst/>
            <a:ahLst/>
            <a:cxnLst/>
            <a:rect r="r" b="b" t="t" l="l"/>
            <a:pathLst>
              <a:path h="9274752" w="4862919">
                <a:moveTo>
                  <a:pt x="0" y="0"/>
                </a:moveTo>
                <a:lnTo>
                  <a:pt x="4862919" y="0"/>
                </a:lnTo>
                <a:lnTo>
                  <a:pt x="4862919" y="9274752"/>
                </a:lnTo>
                <a:lnTo>
                  <a:pt x="0" y="9274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353039" y="4716780"/>
            <a:ext cx="8007440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7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Tela de perfil do usuário, nessa conta Admin tenho acesso a alterar TODOS os dados a minha conta se eu quiser, porém um usuário comum pode alterar somente seu telefone e foto de perfil.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739036"/>
            <a:ext cx="7203393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Obrigado!</a:t>
            </a:r>
          </a:p>
        </p:txBody>
      </p:sp>
      <p:sp>
        <p:nvSpPr>
          <p:cNvPr name="AutoShape 4" id="4"/>
          <p:cNvSpPr/>
          <p:nvPr/>
        </p:nvSpPr>
        <p:spPr>
          <a:xfrm>
            <a:off x="-585133" y="881062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-585133" y="8376736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DAG4tPny0c4</dc:identifier>
  <dcterms:modified xsi:type="dcterms:W3CDTF">2011-08-01T06:04:30Z</dcterms:modified>
  <cp:revision>1</cp:revision>
  <dc:title>GERENCIADOR DE ARQUIVOS</dc:title>
</cp:coreProperties>
</file>